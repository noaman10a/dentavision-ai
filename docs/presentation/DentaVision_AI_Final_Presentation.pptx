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4B8A6"/>
                </a:solidFill>
              </a:defRPr>
            </a:pPr>
            <a:r>
              <a:t>FINAL YEAR MAJOR PROJECT PRESENTATION</a:t>
            </a:r>
          </a:p>
          <a:p>
            <a:pPr>
              <a:defRPr sz="4400" b="1">
                <a:solidFill>
                  <a:srgbClr val="FFFFFF"/>
                </a:solidFill>
              </a:defRPr>
            </a:pPr>
            <a:r>
              <a:t>DentaVision AI</a:t>
            </a:r>
          </a:p>
          <a:p>
            <a:pPr>
              <a:spcAft>
                <a:spcPts val="2800"/>
              </a:spcAft>
              <a:defRPr sz="2000">
                <a:solidFill>
                  <a:srgbClr val="06B6D4"/>
                </a:solidFill>
              </a:defRPr>
            </a:pPr>
            <a:r>
              <a:t>AI-Assisted Dental Clinic Management &amp; Radiograph Pathology Detection System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Department of Computer Science &amp;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754880"/>
            <a:ext cx="1033272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846320"/>
            <a:ext cx="99669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4B8A6"/>
                </a:solidFill>
              </a:defRPr>
            </a:pPr>
            <a:r>
              <a:t>PROJECT TEAM &amp; CORE RESPONSIBILITIES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Noaman (Technical Lead &amp; AI Model Lead)   • Twahir (Backend &amp; Cloud Lead)   • Sneha (Frontend &amp; Electron Lead)   • Soha (AI Service Lead)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DENTAVISION AI — FINAL YEAR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Problem Statement &amp; Clinical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Clinical Diagnostic Challenges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High Radiographic Workload: General dental clinics evaluate dozens of full-mouth Panoramic Radiographs (OPGs) daily.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Diagnostic Fatigue &amp; Subtle Lesions: Early-stage interproximal dental caries and periapical radiolucencies are notoriously easy to overlook.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Severe Class Imbalance: Critical pathologies (furcation, bone loss) occur far less frequently than common restorations, complicating automated detection.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High stakes: Delayed diagnosis of dental infections leads to avoidable extractions, systemic complications, and invasive endodontic procedures.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Systemic Workflow Gaps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Fragmented Software Systems: Imaging software and patient Electronic Medical Records (EMR) are isolated into separate silos.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Lack of Decision Support: Most dental software only displays static image files without localized diagnostic assistance.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Need for Human-in-the-Loop Authority: AI cannot legally diagnose; clinicians must retain complete authority to confirm, modify, or reject proposals.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Goal: An integrated workstation bridging automated high-recall neural detection with verified clinical record keeping.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DENTAVISION AI — FINAL YEAR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Architecture &amp; End-to-End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1. Desktop Application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Technology: Electron + React + Vite.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Workstation Shell: Role-based clinical layout (Doctor, Reception, Admin).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Interactive Canvas: Deep zoom, contrast adjustment, bounding box toggles.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Doctor Review: Confirm, Modify, or Reject AI findings before report generation.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2. Node.js Backend &amp; Cloud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Framework: Express + TypeScript.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Database: PostgreSQL via Prisma ORM (14 normalized relational tables).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Cloud Services: Supabase Storage for secure long-term X-ray hosting.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AI Proxy Controller: Forwards images, enforces guaranteed temp-file deletion.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3. Local AI Service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Framework: Python + FastAPI + PyTorch.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SOTA Model: YOLO11m Gold Tiled checkpoint.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Sliding Window Tiling: 640x640 patches at native resolution (stride 448).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Ensemble Postprocessing: Class-wise Weighted Box Fusion (WBF IoU 0.40).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DENTAVISION AI — FINAL YEAR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Approved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Client &amp; Backend Stack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Frontend: React 18, Vite 5, Lucide Icons.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Desktop Framework: Electron 29 (Isolated Context, secure IPC).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Backend Engine: Node.js 24, Express 5, TypeScript 7.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Database Layer: PostgreSQL + Prisma ORM 7 (Migrations &amp; Seeders).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Storage &amp; Security: Supabase Storage, Helmet, CORS, Zod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Artificial Intelligence &amp; Vision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Deep Learning: PyTorch 2.6 (CUDA 12.4 support) + Ultralytics YOLO11m.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REST API Server: FastAPI 0.141, Uvicorn, Pydantic schemas.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Image Processing: OpenCV (CLAHE, Otsu contour extraction), NumPy.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Post-processing: Weighted Box Fusion (WBF), NMS suppression.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Testing Suite: Pytest (23/23 tests pass), Vitest for backend APIs.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DENTAVISION AI — FINAL YEAR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Dataset Methodology &amp; Native Resolution Tiling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Pristine Gold-Standard Dataset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Source Data: 1,375 training and 153 validation clinical Panoramic Radiographs.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Restored Human Annotations: 18,570 expert bounding boxes restored.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Pathology Coverage: 2,745 Caries, 2,763 Bone Loss, 973 Apical Periodontitis, 268 Furcation lesions.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Zero Data Leakage: Complete patient isolation between training and validation splits with normalized coordinate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Native Resolution 640x640 Tiling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The Scaling Dilemma: Standard 640x640 downsampling of a 2000x1000 OPG destroys subtle micro-lesions (&lt;15px).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Our Solution: Slice full OPGs into native 640x640 patches with 30% spatial overlap (stride 448).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Resulting Dataset: 14,538 high-detail training tiles preserving fine trabecular and enamel details.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Coordinate Reconstruction: Predictions on tiles mapped back into full panoramic coordinates seamlessly.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DENTAVISION AI — FINAL YEAR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14-Class Dental Pathology &amp; Device Taxonomy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Clinical Pathologies (Primary Focus)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Class 4 — Carious Lesion: Enamel and dentin radiolucencies.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Class 5 — Bone Resorption: Alveolar bone crest reduction.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Class 7 — Apical Periodontitis: Periapical radiolucencies around root apex.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Class 9 — Furcation Lesion: Bone loss between multi-rooted molar roots.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Class 11 — Root Resorption: Internal/external blunting of root structure.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Class 8 — Root Fragment: Retained fractured root segments.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Restorations, Anatomy &amp; Devices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Class 0 — Implant: Titanium dental fixtures.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Class 1 — Prosthetic Restoration: Crowns, bridges, veneers.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Class 2 — Obturation: Root canal gutta-percha fillings.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Class 3 — Endodontic Treatment: Completed endodontic therapies.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Class 6 — Impacted Tooth: Unerupted / malpositioned third molars.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Class 10 — Apical Surgery: Retrograde root fillings / apicoectomy.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Class 12/13 — Orthodontic &amp; Surgical Devices: Brackets, wires, plates.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DENTAVISION AI — FINAL YEAR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AI Architecture &amp; Weighted Box Fusion (WBF)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Model Architecture: YOLO11m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Backbone: 20,040,826 parameters, 126 fused layers, 67.8 GFLOPs.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Model Checkpoint: best_model.pt (40.5 MB).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Training Regime: 30 epochs on RTX 3050 Laptop GPU (11.1 hours).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Adaptive Learning: Cosine LR schedule with mosaic and affine augmentations.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Execution: Runs on CUDA GPU (~85ms) and Workstation CPU (~480ms).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Inference &amp; Post-Processing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Sliding Window Tiling: Generates patches with 30% overlap across full jaw width.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Weighted Box Fusion (WBF): Clusters overlapping tile detections at IoU 0.40 and averages coordinates weighted by confidence.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Calibrated Per-Class Thresholds: Optimized sensitivity (Caries @ 0.15, Apical @ 0.15, Bone Loss @ 0.08, Implants @ 0.25).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OpenCV Heuristic Fallback: CLAHE + Otsu segmentation engine guarantees zero runtime crashes even if weights are missing.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DENTAVISION AI — FINAL YEAR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Verified Benchmark Results (100 Untouched OPGs)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Overall Evaluation Metrics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Evaluation Benchmark: 100 completely untouched clinical OPGs (1,369 ground-truth lesions, 0% train/val overlap).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Full-Image mAP@50: 51.4% (Substantial jump over 42.4% full-resize baseline).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Macro-Recall: 60.2% across all 14 classes.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Clinical Utility: High sensitivity ensures critical pathologies are surfaced for clinician confirmation rather than missed.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Key Class Performance Highlights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Endodontic Treatment (Class 3): 90.6% AP@50 (High contrast &amp; precision).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Dental Implant (Class 0): 87.2% AP@50 (Near-perfect fixture localization).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Impacted Tooth (Class 6): 74.3% AP@50 (Accurate impaction detection).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Carious Lesion (Class 4): 56.7% Recall / 36.6% AP@50 (High candidate recall).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Apical Periodontitis (Class 7): 57.5% Recall / 38.6% AP@50 (Consistent apex detection).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DENTAVISION AI — FINAL YEAR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Clinical Application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Reception Workstation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Patient Registration: Demographics, allergies, emergency contacts.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Instant Directory Search: Query by Patient ID, Name, or Phone.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Daily Appointment Queue: Real-time patient triage &amp; status badges.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Doctor Clinical Workspace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8 Unified Tabs: X-rays, Overview, Visits, Prescriptions, History, Docs, Reports, Timeline.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Interactive X-Ray Canvas: Zoom, pan, brightness/contrast filters, bounding box overlays.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Finding Review Drawer: Confirm, modify tooth #, or reject detections.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Reports &amp; Audit Trail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Diagnostic Reports: Auto-merges confirmed AI findings with doctor directives.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Printable Layout: Branded clinic header, printable via browser/PDF.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Audit Timeline: Chronological immutable log of all clinical actions.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DENTAVISION AI — FINAL YEAR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Human-in-the-Loop Diagnostic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Clinical Review Principles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Doctor as Final Authority: AI predictions are candidate proposals; no finding is finalized without clinician confirmation.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Three-Way Decision Drawer: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  1. Confirm: Clinician agrees with finding; moves to final report.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  2. Modify: Clinician adjusts tooth number or severity notes.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  3. Reject: False positive discarded from patient record.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Ethical Compliance: Software complies with medical AI regulations.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Guaranteed Data Cleanliness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Zero Temp-File Leakage: Temporary upload buffers strictly purged from disk immediately after inference.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Separation of Concerns: Local AI service does not touch external cloud databases directly.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Permanent Cloud Persistence: Confirmed X-rays securely archived in Supabase Storage buckets.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Audit Logging: All confirmations and edits tracked with timestamps.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DENTAVISION AI — FINAL YEAR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Demonstration Flow (Live Viva Walkthrough)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Step-by-Step Clinical Demo Path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Step 1: Receptionist registers patient 'Amina Rahmani' (DOB: 1992-04-14, Medical Flag: Penicillin Allergy).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Step 2: Switch role to Dr. Twahir Mohammed -&gt; open patient workspace from queue.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Step 3: Record Clinical Consultation: Chief complaint = 'Sharp pain in lower right molar (Tooth #46)'.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Step 4: Navigate to 'X-rays &amp; AI Engine' -&gt; click 'Upload OPG X-Ray' -&gt; select panoramic radiograph from disk.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Step 5: Trigger AI Dental Analysis -&gt; YOLO11m executes in ~120ms -&gt; Bounding boxes render on canvas (Caries #46, Apical Lesion #46).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Step 6: Doctor confirms Caries finding on #46 -&gt; modifies notes -&gt; navigates to 'Diagnostic Reports'.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Step 7: Auto-compiled diagnostic report displays AI detections and doctor directives -&gt; print/export ready.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Step 8: Open 'History Timeline' -&gt; verify chronological event chain (Registration -&gt; Visit -&gt; X-ray -&gt; AI Analysis -&gt; Report).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DENTAVISION AI — FINAL YEAR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Testing &amp; Verification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Automated Test Suites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AI Service Test Suite: 23 passed, 0 failed via PyTest.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API Tests: Verified /health, /version, /analyze multipart uploads.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Inference &amp; Preprocessor Tests: Verified CLAHE, augmentations, and NMS suppression.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Backend Vitest Suite: 9/9 validation tests pass; health check integration test passes.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Desktop Production Bundle: Vite compiles 1,495 modules in 1.81s with 0 errors.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Robustness &amp; Failure Handling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Graceful Fallback: OpenCV contour engine activates if model file is missing.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Network Disconnection: Desktop API client gracefully handles offline states without crashing.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Data Validation: Zod schemas validate phone, DOB, and clinical inputs.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Security: Helmet headers, CORS restrictions, JWT auth middleware.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DENTAVISION AI — FINAL YEAR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Current Limitations &amp;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Honest Technical Limitations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Superimposed Jaw Anatomy: Ghost shadows from cervical spine occasionally cause spurious low-confidence detections.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Micro-Caries Sensitivity: Incipient enamel-only caries (&lt;10px) remain challenging on lower-resolution scans.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Diffuse Bone Resorption: Horizontal alveolar crest reduction lacks sharp edges, requiring clinician verification.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2D vs 3D Modality: Panoramic 2D scans cannot measure buccolingual bone depth.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Future Scope (Version 2.0)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CBCT 3D Volumetric Segmentation: Multi-planar reconstruction for implant planning.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Voice-Assisted Dictation: Speech-to-text clinical consultation logging.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Tooth Segmentation Masks: Instance segmentation (YOLO11-seg) for exact crown/root boundaries.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Mobile Patient Portal: Progressive Web App (PWA) for patient appointment viewing.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DENTAVISION AI — FINAL YEAR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 &amp; Team Contributions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41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Summary &amp; Acknowledgments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Conclusion: DentaVision AI successfully delivers an integrated, clinically viable dental management system powered by a state-of-the-art YOLO11m patch-tiled detection model achieving 51.4% mAP@50 on real clinical benchmarks.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Team Ownership &amp; Accomplishments: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  • Noaman: AI Dataset restoration, YOLO11m patch tiling, WBF inference pipeline, system technical integration.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  • Twahir: Express backend, 14-table PostgreSQL schema in Prisma, Supabase storage, AI proxy controller.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  • Sneha: Electron desktop shell, interactive canvas overlays, dark-mode clinical UI, report generator.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  • Soha: FastAPI REST engine, API schemas, model loading interface, service error handling.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Acknowledgments: We express sincere gratitude to our Project Guide, Faculty Reviewers, and Department for their invaluable support.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</a:defRPr>
            </a:pPr>
            <a:r>
              <a:t>•  Thank you! We are now open for 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